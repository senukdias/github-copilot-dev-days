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2" r:id="rId2"/>
    <p:sldId id="266" r:id="rId3"/>
    <p:sldId id="267" r:id="rId4"/>
    <p:sldId id="268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vent Page Banners" id="{4E0B37FC-E0FF-4DCC-9F7D-5331528B04AA}">
          <p14:sldIdLst>
            <p14:sldId id="272"/>
            <p14:sldId id="266"/>
          </p14:sldIdLst>
        </p14:section>
        <p14:section name="Social Promotion Banners" id="{01B443E1-F094-494F-85B1-D05B937E726F}">
          <p14:sldIdLst>
            <p14:sldId id="267"/>
            <p14:sldId id="268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9891"/>
    <a:srgbClr val="0FC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0D1F9-4097-4975-B769-AA3C1F81CE73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6D14B-FABC-45E0-B02D-1CAC09CE2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1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2D66-1037-0348-1BC4-055E57D6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42CE08-30A4-4215-5928-AA3BE17C2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5402BE-0C53-08A5-CD6D-3C88EA51FD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00491" y="4677780"/>
            <a:ext cx="2303462" cy="365125"/>
          </a:xfrm>
        </p:spPr>
        <p:txBody>
          <a:bodyPr/>
          <a:lstStyle>
            <a:lvl1pPr>
              <a:buNone/>
              <a:defRPr lang="en-US" sz="1800" b="0" i="0" u="none" strike="noStrike" smtClean="0">
                <a:solidFill>
                  <a:srgbClr val="0FC03E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 sz="1800" b="0" i="0" u="none" strike="noStrike">
                <a:solidFill>
                  <a:srgbClr val="0FC03E"/>
                </a:solidFill>
                <a:effectLst/>
                <a:latin typeface="Mona Sans Mono VF" pitchFamily="2" charset="0"/>
              </a:rPr>
              <a:t>[CITY]</a:t>
            </a:r>
            <a:r>
              <a:rPr lang="en-US" sz="1800" b="0" i="0">
                <a:solidFill>
                  <a:srgbClr val="000000"/>
                </a:solidFill>
                <a:effectLst/>
                <a:latin typeface="Mona Sans Mono VF" pitchFamily="2" charset="0"/>
              </a:rPr>
              <a:t>​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823B435-55C3-5A27-0ACC-1C602F368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00491" y="6356350"/>
            <a:ext cx="2303462" cy="365125"/>
          </a:xfrm>
        </p:spPr>
        <p:txBody>
          <a:bodyPr/>
          <a:lstStyle>
            <a:lvl1pPr>
              <a:buNone/>
              <a:defRPr lang="en-US" sz="1600" b="0" i="0" u="none" strike="noStrike" smtClean="0">
                <a:solidFill>
                  <a:srgbClr val="8E9891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 sz="1600" b="0" i="0" u="none" strike="noStrike">
                <a:solidFill>
                  <a:srgbClr val="8E9891"/>
                </a:solidFill>
                <a:effectLst/>
                <a:latin typeface="Mona Sans Mono VF" pitchFamily="2" charset="0"/>
              </a:rPr>
              <a:t>[DATE]</a:t>
            </a:r>
            <a:r>
              <a:rPr lang="en-US" sz="1600" b="0" i="0">
                <a:solidFill>
                  <a:srgbClr val="000000"/>
                </a:solidFill>
                <a:effectLst/>
                <a:latin typeface="Mona Sans Mono VF" pitchFamily="2" charset="0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84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E67057F-8F18-1AC6-0C16-083808DD03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6649"/>
          <a:stretch>
            <a:fillRect/>
          </a:stretch>
        </p:blipFill>
        <p:spPr>
          <a:xfrm>
            <a:off x="10" y="641"/>
            <a:ext cx="12191980" cy="6856718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51DA461-5ED4-B998-285F-8FAB6DBBBF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210" y="3612909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2400" b="0" i="0" u="none" strike="noStrike" smtClean="0">
                <a:solidFill>
                  <a:srgbClr val="0FC03E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[City]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ABA5D43-644E-06BE-DA0B-3E9B195599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7210" y="6032258"/>
            <a:ext cx="2303462" cy="365125"/>
          </a:xfrm>
        </p:spPr>
        <p:txBody>
          <a:bodyPr/>
          <a:lstStyle>
            <a:lvl1pPr>
              <a:buNone/>
              <a:defRPr lang="en-US" sz="2400" b="0" i="0" u="none" strike="noStrike" smtClean="0">
                <a:solidFill>
                  <a:srgbClr val="8E9891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446229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58615-41EC-E573-51D2-76BF02F60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62425" y="-9121"/>
            <a:ext cx="3867150" cy="6876239"/>
          </a:xfrm>
          <a:prstGeom prst="rect">
            <a:avLst/>
          </a:prstGeom>
        </p:spPr>
      </p:pic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82CA353-765C-87DB-D74B-BC30136830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8350" y="1477901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0FC03E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[City]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92F7DA9-CE17-16F7-7B43-1238B35DEC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8350" y="3017575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8E9891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31601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729405-1B7D-2D9A-31CE-9FD97EEDD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24"/>
          <a:stretch>
            <a:fillRect/>
          </a:stretch>
        </p:blipFill>
        <p:spPr>
          <a:xfrm>
            <a:off x="4167187" y="0"/>
            <a:ext cx="3857625" cy="6858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49EC9A-1128-F3FA-9836-B873B3032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9925" y="2774265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0FC03E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[City]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DAE0F61-A944-0450-56EA-EAAEF9FBAA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9925" y="4313939"/>
            <a:ext cx="2303462" cy="365125"/>
          </a:xfrm>
        </p:spPr>
        <p:txBody>
          <a:bodyPr>
            <a:normAutofit/>
          </a:bodyPr>
          <a:lstStyle>
            <a:lvl1pPr>
              <a:buNone/>
              <a:defRPr lang="en-US" sz="1400" b="0" i="0" u="none" strike="noStrike" smtClean="0">
                <a:solidFill>
                  <a:srgbClr val="8E9891"/>
                </a:solidFill>
                <a:effectLst/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[Date]</a:t>
            </a:r>
          </a:p>
        </p:txBody>
      </p:sp>
    </p:spTree>
    <p:extLst>
      <p:ext uri="{BB962C8B-B14F-4D97-AF65-F5344CB8AC3E}">
        <p14:creationId xmlns:p14="http://schemas.microsoft.com/office/powerpoint/2010/main" val="134252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B1B926F-B61B-2425-553E-F779E476E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8689AE9-9B20-4C84-59B6-52E75BB2AA2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6552" y="5266862"/>
            <a:ext cx="1192213" cy="11684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5D6609-B1A2-035C-BB1A-2B090078BD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13088" y="4571077"/>
            <a:ext cx="1782762" cy="312737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rgbClr val="0FC03E"/>
                </a:solidFill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March 15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AB9949B-8C6C-2460-DA0A-90DF213D2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9782" y="4576051"/>
            <a:ext cx="1782762" cy="312737"/>
          </a:xfrm>
        </p:spPr>
        <p:txBody>
          <a:bodyPr>
            <a:noAutofit/>
          </a:bodyPr>
          <a:lstStyle>
            <a:lvl1pPr>
              <a:buNone/>
              <a:defRPr sz="1800">
                <a:solidFill>
                  <a:srgbClr val="0FC03E"/>
                </a:solidFill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9:00 AM EST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8D415C02-1072-BEA4-D537-7D240B6C66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93751" y="5645713"/>
            <a:ext cx="1782762" cy="312737"/>
          </a:xfrm>
        </p:spPr>
        <p:txBody>
          <a:bodyPr>
            <a:noAutofit/>
          </a:bodyPr>
          <a:lstStyle>
            <a:lvl1pPr>
              <a:buNone/>
              <a:defRPr sz="1400">
                <a:solidFill>
                  <a:srgbClr val="0FC03E"/>
                </a:solidFill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Title, Company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A945D176-FB00-A509-7AFE-EA0725989C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93751" y="5287501"/>
            <a:ext cx="3239484" cy="312737"/>
          </a:xfrm>
        </p:spPr>
        <p:txBody>
          <a:bodyPr>
            <a:noAutofit/>
          </a:bodyPr>
          <a:lstStyle>
            <a:lvl1pPr>
              <a:buNone/>
              <a:defRPr sz="1600">
                <a:solidFill>
                  <a:srgbClr val="8E9891"/>
                </a:solidFill>
                <a:latin typeface="Mona Sans Mono VF" pitchFamily="2" charset="0"/>
                <a:cs typeface="Mona Sans Mono VF" pitchFamily="2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1D9BFD9-6CD1-F0E0-7ADA-C9BB1990C0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6552" y="586813"/>
            <a:ext cx="9248132" cy="2492053"/>
          </a:xfrm>
        </p:spPr>
        <p:txBody>
          <a:bodyPr>
            <a:noAutofit/>
          </a:bodyPr>
          <a:lstStyle>
            <a:lvl1pPr>
              <a:buNone/>
              <a:defRPr sz="5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Session Title</a:t>
            </a:r>
          </a:p>
        </p:txBody>
      </p:sp>
    </p:spTree>
    <p:extLst>
      <p:ext uri="{BB962C8B-B14F-4D97-AF65-F5344CB8AC3E}">
        <p14:creationId xmlns:p14="http://schemas.microsoft.com/office/powerpoint/2010/main" val="197975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D1BE6-F560-9DD1-FE1C-75A564DE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931D1-A5A9-48CF-A762-9DFAA43C94FE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0B1DC-AAA6-C9B8-4342-0A243F12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C39AB-E993-F477-4A87-7969900C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6675D-C51D-4609-9AF8-8722E2B26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40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78E28-4F2F-629D-6477-90E2248C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5E6F3-4BD7-9C1B-16CA-3B770953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FFB2-C545-8F61-8FB5-EC17ED583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931D1-A5A9-48CF-A762-9DFAA43C94FE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A10E8-982C-753D-F5DE-6BC680D75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D38A-2AD7-5868-24D2-96A3DCD22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6675D-C51D-4609-9AF8-8722E2B26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5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BB19AC-CF50-C261-47FF-4C196562C3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CCCBA-5A69-AF19-2DFF-AD705CBB33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8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A99340-C7C3-45CF-5598-3529134CA1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5DC25-40D5-16E9-76C4-484EE4FCE6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3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DFC936-5B7F-5DD2-1FFE-D4D260047F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40E3E-08F9-D710-6EC6-23C118F51D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93059A-0AE1-79DA-DDDA-BBD8A540CE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99B48-6782-5AE5-2D55-060008F40F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94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B1BC294-E069-2F04-82CF-AD0EE60D1E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06E3F-2050-F9DC-02EB-042BDCA04E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D668E-F5C3-5D80-864F-4596F1911B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D26CF-6765-5E74-664B-86F9D36C3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4FE006-969F-0733-0452-BB3F6D6DFE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66B74-4602-FBB2-5475-CE0D48DD49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Mona Sans Mono VF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Savage</dc:creator>
  <cp:lastModifiedBy>Cynthia Zanoni</cp:lastModifiedBy>
  <cp:revision>5</cp:revision>
  <dcterms:created xsi:type="dcterms:W3CDTF">2026-01-15T00:10:15Z</dcterms:created>
  <dcterms:modified xsi:type="dcterms:W3CDTF">2026-02-09T18:09:13Z</dcterms:modified>
</cp:coreProperties>
</file>